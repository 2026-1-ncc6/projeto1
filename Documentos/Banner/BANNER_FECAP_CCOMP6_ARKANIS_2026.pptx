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8800425" cy="43200638"/>
  <p:notesSz cx="6858000" cy="9144000"/>
  <p:embeddedFontLst>
    <p:embeddedFont>
      <p:font typeface="Open Sans 1" panose="020B0604020202020204" charset="0"/>
      <p:regular r:id="rId3"/>
    </p:embeddedFont>
    <p:embeddedFont>
      <p:font typeface="Open Sans 1 Bold" panose="020B0604020202020204" charset="0"/>
      <p:regular r:id="rId4"/>
    </p:embeddedFont>
    <p:embeddedFont>
      <p:font typeface="Open Sans 2" panose="020B0604020202020204" charset="0"/>
      <p:regular r:id="rId5"/>
    </p:embeddedFont>
    <p:embeddedFont>
      <p:font typeface="Open Sans 2 Bold" panose="020B0604020202020204" charset="0"/>
      <p:regular r:id="rId6"/>
    </p:embeddedFont>
  </p:embeddedFontLst>
  <p:defaultTextStyle>
    <a:defPPr>
      <a:defRPr lang="en-US"/>
    </a:defPPr>
    <a:lvl1pPr marL="0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1pPr>
    <a:lvl2pPr marL="902193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2pPr>
    <a:lvl3pPr marL="1804386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3pPr>
    <a:lvl4pPr marL="2706578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4pPr>
    <a:lvl5pPr marL="3608771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5pPr>
    <a:lvl6pPr marL="4510964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6pPr>
    <a:lvl7pPr marL="5413157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7pPr>
    <a:lvl8pPr marL="6315349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8pPr>
    <a:lvl9pPr marL="7217542" algn="l" defTabSz="1804386" rtl="0" eaLnBrk="1" latinLnBrk="0" hangingPunct="1">
      <a:defRPr sz="355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66" userDrawn="1">
          <p15:clr>
            <a:srgbClr val="A4A3A4"/>
          </p15:clr>
        </p15:guide>
        <p15:guide id="2" pos="54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2F061D-5B5D-49F2-819D-0628DC795310}" v="18" dt="2026-05-01T22:06:54.3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878" y="-6062"/>
      </p:cViewPr>
      <p:guideLst>
        <p:guide orient="horz" pos="4366"/>
        <p:guide pos="54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microsoft.com/office/2016/11/relationships/changesInfo" Target="changesInfos/changesInfo1.xml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iano Massaro 23025304" userId="fde12354-1d2e-4839-aad9-0ba14edd3215" providerId="ADAL" clId="{44148CF8-8859-488F-AFF6-45DF634DA2E0}"/>
    <pc:docChg chg="undo redo custSel modSld">
      <pc:chgData name="Luciano Massaro 23025304" userId="fde12354-1d2e-4839-aad9-0ba14edd3215" providerId="ADAL" clId="{44148CF8-8859-488F-AFF6-45DF634DA2E0}" dt="2026-05-01T22:08:29.008" v="517" actId="1036"/>
      <pc:docMkLst>
        <pc:docMk/>
      </pc:docMkLst>
      <pc:sldChg chg="addSp delSp modSp mod">
        <pc:chgData name="Luciano Massaro 23025304" userId="fde12354-1d2e-4839-aad9-0ba14edd3215" providerId="ADAL" clId="{44148CF8-8859-488F-AFF6-45DF634DA2E0}" dt="2026-05-01T22:08:29.008" v="517" actId="1036"/>
        <pc:sldMkLst>
          <pc:docMk/>
          <pc:sldMk cId="0" sldId="256"/>
        </pc:sldMkLst>
        <pc:spChg chg="mod">
          <ac:chgData name="Luciano Massaro 23025304" userId="fde12354-1d2e-4839-aad9-0ba14edd3215" providerId="ADAL" clId="{44148CF8-8859-488F-AFF6-45DF634DA2E0}" dt="2026-05-01T21:54:20.272" v="67" actId="103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1:54:20.272" v="67" actId="1036"/>
          <ac:spMkLst>
            <pc:docMk/>
            <pc:sldMk cId="0" sldId="256"/>
            <ac:spMk id="34" creationId="{00000000-0000-0000-0000-000000000000}"/>
          </ac:spMkLst>
        </pc:spChg>
        <pc:spChg chg="del mod">
          <ac:chgData name="Luciano Massaro 23025304" userId="fde12354-1d2e-4839-aad9-0ba14edd3215" providerId="ADAL" clId="{44148CF8-8859-488F-AFF6-45DF634DA2E0}" dt="2026-05-01T22:06:31.021" v="475" actId="478"/>
          <ac:spMkLst>
            <pc:docMk/>
            <pc:sldMk cId="0" sldId="256"/>
            <ac:spMk id="35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1:55:28.910" v="156" actId="1036"/>
          <ac:spMkLst>
            <pc:docMk/>
            <pc:sldMk cId="0" sldId="256"/>
            <ac:spMk id="43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4:10.381" v="290" actId="20577"/>
          <ac:spMkLst>
            <pc:docMk/>
            <pc:sldMk cId="0" sldId="256"/>
            <ac:spMk id="44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5:33.929" v="473" actId="20577"/>
          <ac:spMkLst>
            <pc:docMk/>
            <pc:sldMk cId="0" sldId="256"/>
            <ac:spMk id="45" creationId="{00000000-0000-0000-0000-000000000000}"/>
          </ac:spMkLst>
        </pc:spChg>
        <pc:spChg chg="del mod">
          <ac:chgData name="Luciano Massaro 23025304" userId="fde12354-1d2e-4839-aad9-0ba14edd3215" providerId="ADAL" clId="{44148CF8-8859-488F-AFF6-45DF634DA2E0}" dt="2026-05-01T22:06:51.029" v="482" actId="478"/>
          <ac:spMkLst>
            <pc:docMk/>
            <pc:sldMk cId="0" sldId="256"/>
            <ac:spMk id="46" creationId="{00000000-0000-0000-0000-000000000000}"/>
          </ac:spMkLst>
        </pc:spChg>
        <pc:spChg chg="del mod">
          <ac:chgData name="Luciano Massaro 23025304" userId="fde12354-1d2e-4839-aad9-0ba14edd3215" providerId="ADAL" clId="{44148CF8-8859-488F-AFF6-45DF634DA2E0}" dt="2026-05-01T22:06:33.903" v="479" actId="478"/>
          <ac:spMkLst>
            <pc:docMk/>
            <pc:sldMk cId="0" sldId="256"/>
            <ac:spMk id="47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3:52.402" v="281" actId="1035"/>
          <ac:spMkLst>
            <pc:docMk/>
            <pc:sldMk cId="0" sldId="256"/>
            <ac:spMk id="48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8:24.623" v="510" actId="1036"/>
          <ac:spMkLst>
            <pc:docMk/>
            <pc:sldMk cId="0" sldId="256"/>
            <ac:spMk id="49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1:05.858" v="235" actId="1035"/>
          <ac:spMkLst>
            <pc:docMk/>
            <pc:sldMk cId="0" sldId="256"/>
            <ac:spMk id="50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1:55:17.966" v="137" actId="1036"/>
          <ac:spMkLst>
            <pc:docMk/>
            <pc:sldMk cId="0" sldId="256"/>
            <ac:spMk id="51" creationId="{00000000-0000-0000-0000-000000000000}"/>
          </ac:spMkLst>
        </pc:spChg>
        <pc:spChg chg="add del mod">
          <ac:chgData name="Luciano Massaro 23025304" userId="fde12354-1d2e-4839-aad9-0ba14edd3215" providerId="ADAL" clId="{44148CF8-8859-488F-AFF6-45DF634DA2E0}" dt="2026-05-01T21:56:37.482" v="205" actId="1035"/>
          <ac:spMkLst>
            <pc:docMk/>
            <pc:sldMk cId="0" sldId="256"/>
            <ac:spMk id="52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3:48.875" v="276" actId="1035"/>
          <ac:spMkLst>
            <pc:docMk/>
            <pc:sldMk cId="0" sldId="256"/>
            <ac:spMk id="53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1:14.070" v="244" actId="1035"/>
          <ac:spMkLst>
            <pc:docMk/>
            <pc:sldMk cId="0" sldId="256"/>
            <ac:spMk id="54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1:56.905" v="250" actId="113"/>
          <ac:spMkLst>
            <pc:docMk/>
            <pc:sldMk cId="0" sldId="256"/>
            <ac:spMk id="55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1:55:28.910" v="156" actId="1036"/>
          <ac:spMkLst>
            <pc:docMk/>
            <pc:sldMk cId="0" sldId="256"/>
            <ac:spMk id="56" creationId="{00000000-0000-0000-0000-000000000000}"/>
          </ac:spMkLst>
        </pc:spChg>
        <pc:spChg chg="mod">
          <ac:chgData name="Luciano Massaro 23025304" userId="fde12354-1d2e-4839-aad9-0ba14edd3215" providerId="ADAL" clId="{44148CF8-8859-488F-AFF6-45DF634DA2E0}" dt="2026-05-01T22:08:29.008" v="517" actId="1036"/>
          <ac:spMkLst>
            <pc:docMk/>
            <pc:sldMk cId="0" sldId="256"/>
            <ac:spMk id="57" creationId="{00000000-0000-0000-0000-000000000000}"/>
          </ac:spMkLst>
        </pc:spChg>
        <pc:spChg chg="del mod">
          <ac:chgData name="Luciano Massaro 23025304" userId="fde12354-1d2e-4839-aad9-0ba14edd3215" providerId="ADAL" clId="{44148CF8-8859-488F-AFF6-45DF634DA2E0}" dt="2026-05-01T22:06:31.021" v="477"/>
          <ac:spMkLst>
            <pc:docMk/>
            <pc:sldMk cId="0" sldId="256"/>
            <ac:spMk id="58" creationId="{00000000-0000-0000-0000-000000000000}"/>
          </ac:spMkLst>
        </pc:spChg>
        <pc:spChg chg="add">
          <ac:chgData name="Luciano Massaro 23025304" userId="fde12354-1d2e-4839-aad9-0ba14edd3215" providerId="ADAL" clId="{44148CF8-8859-488F-AFF6-45DF634DA2E0}" dt="2026-05-01T21:49:46.945" v="2"/>
          <ac:spMkLst>
            <pc:docMk/>
            <pc:sldMk cId="0" sldId="256"/>
            <ac:spMk id="59" creationId="{75448550-84F8-5D9C-6C10-22C7A3A833B3}"/>
          </ac:spMkLst>
        </pc:spChg>
        <pc:spChg chg="add del mod">
          <ac:chgData name="Luciano Massaro 23025304" userId="fde12354-1d2e-4839-aad9-0ba14edd3215" providerId="ADAL" clId="{44148CF8-8859-488F-AFF6-45DF634DA2E0}" dt="2026-05-01T21:51:04.945" v="12" actId="1076"/>
          <ac:spMkLst>
            <pc:docMk/>
            <pc:sldMk cId="0" sldId="256"/>
            <ac:spMk id="60" creationId="{D4FF2387-20B7-44D7-A2BD-3086842E72E5}"/>
          </ac:spMkLst>
        </pc:spChg>
        <pc:spChg chg="add">
          <ac:chgData name="Luciano Massaro 23025304" userId="fde12354-1d2e-4839-aad9-0ba14edd3215" providerId="ADAL" clId="{44148CF8-8859-488F-AFF6-45DF634DA2E0}" dt="2026-05-01T21:50:29.930" v="10"/>
          <ac:spMkLst>
            <pc:docMk/>
            <pc:sldMk cId="0" sldId="256"/>
            <ac:spMk id="61" creationId="{CE08F47F-620C-BD40-5198-E798EF8B2654}"/>
          </ac:spMkLst>
        </pc:spChg>
        <pc:grpChg chg="mod">
          <ac:chgData name="Luciano Massaro 23025304" userId="fde12354-1d2e-4839-aad9-0ba14edd3215" providerId="ADAL" clId="{44148CF8-8859-488F-AFF6-45DF634DA2E0}" dt="2026-05-01T21:56:37.482" v="205" actId="1035"/>
          <ac:grpSpMkLst>
            <pc:docMk/>
            <pc:sldMk cId="0" sldId="256"/>
            <ac:grpSpMk id="6" creationId="{00000000-0000-0000-0000-000000000000}"/>
          </ac:grpSpMkLst>
        </pc:grpChg>
        <pc:grpChg chg="mod">
          <ac:chgData name="Luciano Massaro 23025304" userId="fde12354-1d2e-4839-aad9-0ba14edd3215" providerId="ADAL" clId="{44148CF8-8859-488F-AFF6-45DF634DA2E0}" dt="2026-05-01T21:56:44.059" v="206" actId="14100"/>
          <ac:grpSpMkLst>
            <pc:docMk/>
            <pc:sldMk cId="0" sldId="256"/>
            <ac:grpSpMk id="9" creationId="{00000000-0000-0000-0000-000000000000}"/>
          </ac:grpSpMkLst>
        </pc:grpChg>
        <pc:grpChg chg="mod">
          <ac:chgData name="Luciano Massaro 23025304" userId="fde12354-1d2e-4839-aad9-0ba14edd3215" providerId="ADAL" clId="{44148CF8-8859-488F-AFF6-45DF634DA2E0}" dt="2026-05-01T22:08:13.292" v="497" actId="14100"/>
          <ac:grpSpMkLst>
            <pc:docMk/>
            <pc:sldMk cId="0" sldId="256"/>
            <ac:grpSpMk id="21" creationId="{00000000-0000-0000-0000-000000000000}"/>
          </ac:grpSpMkLst>
        </pc:grpChg>
        <pc:grpChg chg="mod">
          <ac:chgData name="Luciano Massaro 23025304" userId="fde12354-1d2e-4839-aad9-0ba14edd3215" providerId="ADAL" clId="{44148CF8-8859-488F-AFF6-45DF634DA2E0}" dt="2026-05-01T22:03:44.596" v="267" actId="1076"/>
          <ac:grpSpMkLst>
            <pc:docMk/>
            <pc:sldMk cId="0" sldId="256"/>
            <ac:grpSpMk id="24" creationId="{00000000-0000-0000-0000-000000000000}"/>
          </ac:grpSpMkLst>
        </pc:grpChg>
        <pc:grpChg chg="mod">
          <ac:chgData name="Luciano Massaro 23025304" userId="fde12354-1d2e-4839-aad9-0ba14edd3215" providerId="ADAL" clId="{44148CF8-8859-488F-AFF6-45DF634DA2E0}" dt="2026-05-01T21:56:37.482" v="205" actId="1035"/>
          <ac:grpSpMkLst>
            <pc:docMk/>
            <pc:sldMk cId="0" sldId="256"/>
            <ac:grpSpMk id="27" creationId="{00000000-0000-0000-0000-000000000000}"/>
          </ac:grpSpMkLst>
        </pc:grpChg>
        <pc:grpChg chg="mod">
          <ac:chgData name="Luciano Massaro 23025304" userId="fde12354-1d2e-4839-aad9-0ba14edd3215" providerId="ADAL" clId="{44148CF8-8859-488F-AFF6-45DF634DA2E0}" dt="2026-05-01T22:01:02.598" v="227" actId="14100"/>
          <ac:grpSpMkLst>
            <pc:docMk/>
            <pc:sldMk cId="0" sldId="256"/>
            <ac:grpSpMk id="37" creationId="{00000000-0000-0000-0000-000000000000}"/>
          </ac:grpSpMkLst>
        </pc:grpChg>
        <pc:grpChg chg="mod">
          <ac:chgData name="Luciano Massaro 23025304" userId="fde12354-1d2e-4839-aad9-0ba14edd3215" providerId="ADAL" clId="{44148CF8-8859-488F-AFF6-45DF634DA2E0}" dt="2026-05-01T21:56:58.947" v="207" actId="14100"/>
          <ac:grpSpMkLst>
            <pc:docMk/>
            <pc:sldMk cId="0" sldId="256"/>
            <ac:grpSpMk id="40" creationId="{00000000-0000-0000-0000-00000000000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712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425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1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485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356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277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0990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97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</p:spPr>
        <p:txBody>
          <a:bodyPr anchor="t"/>
          <a:lstStyle>
            <a:lvl1pPr algn="l">
              <a:defRPr sz="762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</p:spPr>
        <p:txBody>
          <a:bodyPr anchor="b"/>
          <a:lstStyle>
            <a:lvl1pPr marL="0" indent="0">
              <a:buNone/>
              <a:defRPr sz="3811">
                <a:solidFill>
                  <a:schemeClr val="tx1">
                    <a:tint val="75000"/>
                  </a:schemeClr>
                </a:solidFill>
              </a:defRPr>
            </a:lvl1pPr>
            <a:lvl2pPr marL="871286" indent="0">
              <a:buNone/>
              <a:defRPr sz="3430">
                <a:solidFill>
                  <a:schemeClr val="tx1">
                    <a:tint val="75000"/>
                  </a:schemeClr>
                </a:solidFill>
              </a:defRPr>
            </a:lvl2pPr>
            <a:lvl3pPr marL="1742572" indent="0">
              <a:buNone/>
              <a:defRPr sz="3049">
                <a:solidFill>
                  <a:schemeClr val="tx1">
                    <a:tint val="75000"/>
                  </a:schemeClr>
                </a:solidFill>
              </a:defRPr>
            </a:lvl3pPr>
            <a:lvl4pPr marL="261385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4pPr>
            <a:lvl5pPr marL="3485144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5pPr>
            <a:lvl6pPr marL="4356430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6pPr>
            <a:lvl7pPr marL="5227716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7pPr>
            <a:lvl8pPr marL="6099002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8pPr>
            <a:lvl9pPr marL="6970288" indent="0">
              <a:buNone/>
              <a:defRPr sz="266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71273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57946" y="3234273"/>
            <a:ext cx="7696248" cy="9147730"/>
          </a:xfrm>
        </p:spPr>
        <p:txBody>
          <a:bodyPr/>
          <a:lstStyle>
            <a:lvl1pPr>
              <a:defRPr sz="5336"/>
            </a:lvl1pPr>
            <a:lvl2pPr>
              <a:defRPr sz="4574"/>
            </a:lvl2pPr>
            <a:lvl3pPr>
              <a:defRPr sz="3811"/>
            </a:lvl3pPr>
            <a:lvl4pPr>
              <a:defRPr sz="3430"/>
            </a:lvl4pPr>
            <a:lvl5pPr>
              <a:defRPr sz="3430"/>
            </a:lvl5pPr>
            <a:lvl6pPr>
              <a:defRPr sz="3430"/>
            </a:lvl6pPr>
            <a:lvl7pPr>
              <a:defRPr sz="3430"/>
            </a:lvl7pPr>
            <a:lvl8pPr>
              <a:defRPr sz="3430"/>
            </a:lvl8pPr>
            <a:lvl9pPr>
              <a:defRPr sz="34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1273" y="4395787"/>
            <a:ext cx="7699274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851896" y="3102721"/>
            <a:ext cx="7702299" cy="1293066"/>
          </a:xfrm>
        </p:spPr>
        <p:txBody>
          <a:bodyPr anchor="b"/>
          <a:lstStyle>
            <a:lvl1pPr marL="0" indent="0">
              <a:buNone/>
              <a:defRPr sz="4574" b="1"/>
            </a:lvl1pPr>
            <a:lvl2pPr marL="871286" indent="0">
              <a:buNone/>
              <a:defRPr sz="3811" b="1"/>
            </a:lvl2pPr>
            <a:lvl3pPr marL="1742572" indent="0">
              <a:buNone/>
              <a:defRPr sz="3430" b="1"/>
            </a:lvl3pPr>
            <a:lvl4pPr marL="2613858" indent="0">
              <a:buNone/>
              <a:defRPr sz="3049" b="1"/>
            </a:lvl4pPr>
            <a:lvl5pPr marL="3485144" indent="0">
              <a:buNone/>
              <a:defRPr sz="3049" b="1"/>
            </a:lvl5pPr>
            <a:lvl6pPr marL="4356430" indent="0">
              <a:buNone/>
              <a:defRPr sz="3049" b="1"/>
            </a:lvl6pPr>
            <a:lvl7pPr marL="5227716" indent="0">
              <a:buNone/>
              <a:defRPr sz="3049" b="1"/>
            </a:lvl7pPr>
            <a:lvl8pPr marL="6099002" indent="0">
              <a:buNone/>
              <a:defRPr sz="3049" b="1"/>
            </a:lvl8pPr>
            <a:lvl9pPr marL="6970288" indent="0">
              <a:buNone/>
              <a:defRPr sz="304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851896" y="4395787"/>
            <a:ext cx="7702299" cy="7986215"/>
          </a:xfrm>
        </p:spPr>
        <p:txBody>
          <a:bodyPr/>
          <a:lstStyle>
            <a:lvl1pPr>
              <a:defRPr sz="4574"/>
            </a:lvl1pPr>
            <a:lvl2pPr>
              <a:defRPr sz="3811"/>
            </a:lvl2pPr>
            <a:lvl3pPr>
              <a:defRPr sz="3430"/>
            </a:lvl3pPr>
            <a:lvl4pPr>
              <a:defRPr sz="3049"/>
            </a:lvl4pPr>
            <a:lvl5pPr>
              <a:defRPr sz="3049"/>
            </a:lvl5pPr>
            <a:lvl6pPr>
              <a:defRPr sz="3049"/>
            </a:lvl6pPr>
            <a:lvl7pPr>
              <a:defRPr sz="3049"/>
            </a:lvl7pPr>
            <a:lvl8pPr>
              <a:defRPr sz="3049"/>
            </a:lvl8pPr>
            <a:lvl9pPr>
              <a:defRPr sz="30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2874" y="551881"/>
            <a:ext cx="9741320" cy="11830122"/>
          </a:xfrm>
        </p:spPr>
        <p:txBody>
          <a:bodyPr/>
          <a:lstStyle>
            <a:lvl1pPr>
              <a:defRPr sz="6098"/>
            </a:lvl1pPr>
            <a:lvl2pPr>
              <a:defRPr sz="5336"/>
            </a:lvl2pPr>
            <a:lvl3pPr>
              <a:defRPr sz="4574"/>
            </a:lvl3pPr>
            <a:lvl4pPr>
              <a:defRPr sz="3811"/>
            </a:lvl4pPr>
            <a:lvl5pPr>
              <a:defRPr sz="3811"/>
            </a:lvl5pPr>
            <a:lvl6pPr>
              <a:defRPr sz="3811"/>
            </a:lvl6pPr>
            <a:lvl7pPr>
              <a:defRPr sz="3811"/>
            </a:lvl7pPr>
            <a:lvl8pPr>
              <a:defRPr sz="3811"/>
            </a:lvl8pPr>
            <a:lvl9pPr>
              <a:defRPr sz="38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1274" y="2900579"/>
            <a:ext cx="5732859" cy="9481424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</p:spPr>
        <p:txBody>
          <a:bodyPr anchor="b"/>
          <a:lstStyle>
            <a:lvl1pPr algn="l">
              <a:defRPr sz="3811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415514" y="1238521"/>
            <a:ext cx="10455280" cy="8316700"/>
          </a:xfrm>
        </p:spPr>
        <p:txBody>
          <a:bodyPr/>
          <a:lstStyle>
            <a:lvl1pPr marL="0" indent="0">
              <a:buNone/>
              <a:defRPr sz="6098"/>
            </a:lvl1pPr>
            <a:lvl2pPr marL="871286" indent="0">
              <a:buNone/>
              <a:defRPr sz="5336"/>
            </a:lvl2pPr>
            <a:lvl3pPr marL="1742572" indent="0">
              <a:buNone/>
              <a:defRPr sz="4574"/>
            </a:lvl3pPr>
            <a:lvl4pPr marL="2613858" indent="0">
              <a:buNone/>
              <a:defRPr sz="3811"/>
            </a:lvl4pPr>
            <a:lvl5pPr marL="3485144" indent="0">
              <a:buNone/>
              <a:defRPr sz="3811"/>
            </a:lvl5pPr>
            <a:lvl6pPr marL="4356430" indent="0">
              <a:buNone/>
              <a:defRPr sz="3811"/>
            </a:lvl6pPr>
            <a:lvl7pPr marL="5227716" indent="0">
              <a:buNone/>
              <a:defRPr sz="3811"/>
            </a:lvl7pPr>
            <a:lvl8pPr marL="6099002" indent="0">
              <a:buNone/>
              <a:defRPr sz="3811"/>
            </a:lvl8pPr>
            <a:lvl9pPr marL="6970288" indent="0">
              <a:buNone/>
              <a:defRPr sz="3811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5514" y="10848290"/>
            <a:ext cx="10455280" cy="1626761"/>
          </a:xfrm>
        </p:spPr>
        <p:txBody>
          <a:bodyPr/>
          <a:lstStyle>
            <a:lvl1pPr marL="0" indent="0">
              <a:buNone/>
              <a:defRPr sz="2668"/>
            </a:lvl1pPr>
            <a:lvl2pPr marL="871286" indent="0">
              <a:buNone/>
              <a:defRPr sz="2287"/>
            </a:lvl2pPr>
            <a:lvl3pPr marL="1742572" indent="0">
              <a:buNone/>
              <a:defRPr sz="1906"/>
            </a:lvl3pPr>
            <a:lvl4pPr marL="2613858" indent="0">
              <a:buNone/>
              <a:defRPr sz="1715"/>
            </a:lvl4pPr>
            <a:lvl5pPr marL="3485144" indent="0">
              <a:buNone/>
              <a:defRPr sz="1715"/>
            </a:lvl5pPr>
            <a:lvl6pPr marL="4356430" indent="0">
              <a:buNone/>
              <a:defRPr sz="1715"/>
            </a:lvl6pPr>
            <a:lvl7pPr marL="5227716" indent="0">
              <a:buNone/>
              <a:defRPr sz="1715"/>
            </a:lvl7pPr>
            <a:lvl8pPr marL="6099002" indent="0">
              <a:buNone/>
              <a:defRPr sz="1715"/>
            </a:lvl8pPr>
            <a:lvl9pPr marL="6970288" indent="0">
              <a:buNone/>
              <a:defRPr sz="17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33464" y="555090"/>
            <a:ext cx="3920730" cy="118269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71273" y="555090"/>
            <a:ext cx="11471766" cy="118269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742572" rtl="0" eaLnBrk="1" latinLnBrk="0" hangingPunct="1">
        <a:spcBef>
          <a:spcPct val="0"/>
        </a:spcBef>
        <a:buNone/>
        <a:defRPr sz="83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3465" indent="-653465" algn="l" defTabSz="1742572" rtl="0" eaLnBrk="1" latinLnBrk="0" hangingPunct="1">
        <a:spcBef>
          <a:spcPct val="20000"/>
        </a:spcBef>
        <a:buFont typeface="Arial" pitchFamily="34" charset="0"/>
        <a:buChar char="•"/>
        <a:defRPr sz="6098" kern="1200">
          <a:solidFill>
            <a:schemeClr val="tx1"/>
          </a:solidFill>
          <a:latin typeface="+mn-lt"/>
          <a:ea typeface="+mn-ea"/>
          <a:cs typeface="+mn-cs"/>
        </a:defRPr>
      </a:lvl1pPr>
      <a:lvl2pPr marL="1415840" indent="-544554" algn="l" defTabSz="1742572" rtl="0" eaLnBrk="1" latinLnBrk="0" hangingPunct="1">
        <a:spcBef>
          <a:spcPct val="20000"/>
        </a:spcBef>
        <a:buFont typeface="Arial" pitchFamily="34" charset="0"/>
        <a:buChar char="–"/>
        <a:defRPr sz="5336" kern="1200">
          <a:solidFill>
            <a:schemeClr val="tx1"/>
          </a:solidFill>
          <a:latin typeface="+mn-lt"/>
          <a:ea typeface="+mn-ea"/>
          <a:cs typeface="+mn-cs"/>
        </a:defRPr>
      </a:lvl2pPr>
      <a:lvl3pPr marL="217821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4574" kern="1200">
          <a:solidFill>
            <a:schemeClr val="tx1"/>
          </a:solidFill>
          <a:latin typeface="+mn-lt"/>
          <a:ea typeface="+mn-ea"/>
          <a:cs typeface="+mn-cs"/>
        </a:defRPr>
      </a:lvl3pPr>
      <a:lvl4pPr marL="3049501" indent="-435643" algn="l" defTabSz="1742572" rtl="0" eaLnBrk="1" latinLnBrk="0" hangingPunct="1">
        <a:spcBef>
          <a:spcPct val="20000"/>
        </a:spcBef>
        <a:buFont typeface="Arial" pitchFamily="34" charset="0"/>
        <a:buChar char="–"/>
        <a:defRPr sz="3811" kern="1200">
          <a:solidFill>
            <a:schemeClr val="tx1"/>
          </a:solidFill>
          <a:latin typeface="+mn-lt"/>
          <a:ea typeface="+mn-ea"/>
          <a:cs typeface="+mn-cs"/>
        </a:defRPr>
      </a:lvl4pPr>
      <a:lvl5pPr marL="3920787" indent="-435643" algn="l" defTabSz="1742572" rtl="0" eaLnBrk="1" latinLnBrk="0" hangingPunct="1">
        <a:spcBef>
          <a:spcPct val="20000"/>
        </a:spcBef>
        <a:buFont typeface="Arial" pitchFamily="34" charset="0"/>
        <a:buChar char="»"/>
        <a:defRPr sz="3811" kern="1200">
          <a:solidFill>
            <a:schemeClr val="tx1"/>
          </a:solidFill>
          <a:latin typeface="+mn-lt"/>
          <a:ea typeface="+mn-ea"/>
          <a:cs typeface="+mn-cs"/>
        </a:defRPr>
      </a:lvl5pPr>
      <a:lvl6pPr marL="4792073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6pPr>
      <a:lvl7pPr marL="5663359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7pPr>
      <a:lvl8pPr marL="6534645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8pPr>
      <a:lvl9pPr marL="7405931" indent="-435643" algn="l" defTabSz="1742572" rtl="0" eaLnBrk="1" latinLnBrk="0" hangingPunct="1">
        <a:spcBef>
          <a:spcPct val="20000"/>
        </a:spcBef>
        <a:buFont typeface="Arial" pitchFamily="34" charset="0"/>
        <a:buChar char="•"/>
        <a:defRPr sz="38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1pPr>
      <a:lvl2pPr marL="87128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2pPr>
      <a:lvl3pPr marL="174257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3pPr>
      <a:lvl4pPr marL="261385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4pPr>
      <a:lvl5pPr marL="3485144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5pPr>
      <a:lvl6pPr marL="4356430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6pPr>
      <a:lvl7pPr marL="5227716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7pPr>
      <a:lvl8pPr marL="6099002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8pPr>
      <a:lvl9pPr marL="6970288" algn="l" defTabSz="1742572" rtl="0" eaLnBrk="1" latinLnBrk="0" hangingPunct="1">
        <a:defRPr sz="34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34721" y="36779527"/>
            <a:ext cx="29324843" cy="6461592"/>
            <a:chOff x="0" y="0"/>
            <a:chExt cx="3032124" cy="60757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sp>
        <p:nvSpPr>
          <p:cNvPr id="5" name="Freeform 5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/>
          </a:p>
        </p:txBody>
      </p:sp>
      <p:grpSp>
        <p:nvGrpSpPr>
          <p:cNvPr id="6" name="Group 6"/>
          <p:cNvGrpSpPr/>
          <p:nvPr/>
        </p:nvGrpSpPr>
        <p:grpSpPr>
          <a:xfrm>
            <a:off x="-234720" y="29296519"/>
            <a:ext cx="29304069" cy="9253255"/>
            <a:chOff x="0" y="0"/>
            <a:chExt cx="3163653" cy="87007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234719" y="19872905"/>
            <a:ext cx="29324842" cy="9621939"/>
            <a:chOff x="0" y="0"/>
            <a:chExt cx="3225442" cy="8419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234720" y="14423987"/>
            <a:ext cx="29304069" cy="7866470"/>
            <a:chOff x="0" y="0"/>
            <a:chExt cx="3032124" cy="73967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34719" y="5678761"/>
            <a:ext cx="29304069" cy="8719626"/>
            <a:chOff x="0" y="0"/>
            <a:chExt cx="3218728" cy="8198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  <a:spcBef>
                  <a:spcPct val="0"/>
                </a:spcBef>
              </a:pPr>
              <a:endParaRPr sz="6769"/>
            </a:p>
          </p:txBody>
        </p:sp>
      </p:grpSp>
      <p:grpSp>
        <p:nvGrpSpPr>
          <p:cNvPr id="21" name="Group 21"/>
          <p:cNvGrpSpPr/>
          <p:nvPr/>
        </p:nvGrpSpPr>
        <p:grpSpPr>
          <a:xfrm rot="-5400000">
            <a:off x="9385523" y="13195475"/>
            <a:ext cx="24368742" cy="12527228"/>
            <a:chOff x="0" y="0"/>
            <a:chExt cx="1922704" cy="11769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27180" y="31082460"/>
            <a:ext cx="13848538" cy="8728488"/>
            <a:chOff x="0" y="0"/>
            <a:chExt cx="1302166" cy="8207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</p:spPr>
          <p:txBody>
            <a:bodyPr lIns="88932" tIns="88932" rIns="88932" bIns="88932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403306" y="32092358"/>
            <a:ext cx="12527228" cy="7676902"/>
            <a:chOff x="0" y="0"/>
            <a:chExt cx="8764870" cy="5371264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8764870" cy="5371264"/>
              <a:chOff x="0" y="0"/>
              <a:chExt cx="1329056" cy="814469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pt-BR" sz="6769" dirty="0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</p:spPr>
            <p:txBody>
              <a:bodyPr lIns="96808" tIns="96808" rIns="96808" bIns="96808" rtlCol="0" anchor="ctr"/>
              <a:lstStyle/>
              <a:p>
                <a:pPr algn="ctr">
                  <a:lnSpc>
                    <a:spcPts val="7596"/>
                  </a:lnSpc>
                </a:pPr>
                <a:endParaRPr sz="6769"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810"/>
                </a:lnSpc>
              </a:pPr>
              <a:r>
                <a:rPr lang="en-US" sz="4762" b="1" spc="179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REFERÊNCIAS</a:t>
              </a:r>
            </a:p>
          </p:txBody>
        </p:sp>
      </p:grpSp>
      <p:sp>
        <p:nvSpPr>
          <p:cNvPr id="32" name="Freeform 32"/>
          <p:cNvSpPr/>
          <p:nvPr/>
        </p:nvSpPr>
        <p:spPr>
          <a:xfrm>
            <a:off x="-916543" y="-55004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3" name="Freeform 33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48959"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4" name="Freeform 34"/>
          <p:cNvSpPr/>
          <p:nvPr/>
        </p:nvSpPr>
        <p:spPr>
          <a:xfrm>
            <a:off x="21014306" y="131660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36" name="TextBox 36"/>
          <p:cNvSpPr txBox="1"/>
          <p:nvPr/>
        </p:nvSpPr>
        <p:spPr>
          <a:xfrm>
            <a:off x="5432058" y="10455999"/>
            <a:ext cx="4989818" cy="658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6"/>
              </a:lnSpc>
            </a:pPr>
            <a:r>
              <a:rPr lang="en-US" sz="5077" b="1" spc="192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INTRODUÇÃO</a:t>
            </a:r>
          </a:p>
        </p:txBody>
      </p:sp>
      <p:grpSp>
        <p:nvGrpSpPr>
          <p:cNvPr id="37" name="Group 37"/>
          <p:cNvGrpSpPr/>
          <p:nvPr/>
        </p:nvGrpSpPr>
        <p:grpSpPr>
          <a:xfrm rot="-5400000">
            <a:off x="1907849" y="6294050"/>
            <a:ext cx="11887201" cy="13848538"/>
            <a:chOff x="0" y="0"/>
            <a:chExt cx="958980" cy="13011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grpSp>
        <p:nvGrpSpPr>
          <p:cNvPr id="40" name="Group 40"/>
          <p:cNvGrpSpPr/>
          <p:nvPr/>
        </p:nvGrpSpPr>
        <p:grpSpPr>
          <a:xfrm rot="-5400000">
            <a:off x="2357736" y="18157987"/>
            <a:ext cx="10987422" cy="13848538"/>
            <a:chOff x="0" y="0"/>
            <a:chExt cx="936167" cy="130113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pt-BR" sz="6769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</p:spPr>
          <p:txBody>
            <a:bodyPr lIns="89001" tIns="89001" rIns="89001" bIns="89001" rtlCol="0" anchor="ctr"/>
            <a:lstStyle/>
            <a:p>
              <a:pPr algn="ctr">
                <a:lnSpc>
                  <a:spcPts val="7596"/>
                </a:lnSpc>
              </a:pPr>
              <a:endParaRPr sz="6769"/>
            </a:p>
          </p:txBody>
        </p:sp>
      </p:grpSp>
      <p:sp>
        <p:nvSpPr>
          <p:cNvPr id="43" name="Freeform 43"/>
          <p:cNvSpPr/>
          <p:nvPr/>
        </p:nvSpPr>
        <p:spPr>
          <a:xfrm>
            <a:off x="22527251" y="38208437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 sz="6769"/>
          </a:p>
        </p:txBody>
      </p:sp>
      <p:sp>
        <p:nvSpPr>
          <p:cNvPr id="44" name="TextBox 44"/>
          <p:cNvSpPr txBox="1"/>
          <p:nvPr/>
        </p:nvSpPr>
        <p:spPr>
          <a:xfrm>
            <a:off x="-1" y="3119810"/>
            <a:ext cx="28813765" cy="1484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49"/>
              </a:lnSpc>
            </a:pPr>
            <a:r>
              <a:rPr lang="en-US" sz="11434" b="1" spc="433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Arkanis</a:t>
            </a:r>
            <a:endParaRPr lang="en-US" sz="11434" b="1" spc="433" dirty="0">
              <a:solidFill>
                <a:srgbClr val="000000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2404768" y="4775230"/>
            <a:ext cx="24286089" cy="1661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68"/>
              </a:lnSpc>
            </a:pPr>
            <a:r>
              <a:rPr lang="en-US" sz="4762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Aleff Souza, João Colombo, Luciano Reis, Matheus Zimmer.</a:t>
            </a:r>
          </a:p>
          <a:p>
            <a:pPr algn="ctr">
              <a:lnSpc>
                <a:spcPts val="6668"/>
              </a:lnSpc>
            </a:pPr>
            <a:r>
              <a:rPr lang="en-US" sz="4762" b="1" dirty="0" err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Orientadores</a:t>
            </a:r>
            <a:r>
              <a:rPr lang="en-US" sz="4762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: </a:t>
            </a:r>
            <a:r>
              <a:rPr lang="en-US" sz="4762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João Trencher, Rodnil Silva, Lucy Mari, Edson Barbeiro, Victor Roseti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561448" y="31582519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TECNOLOGIAS UTILIZADAS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6608355" y="7569782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RESULTADOS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644303" y="7579519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O PROBLEMA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58254" y="19890283"/>
            <a:ext cx="10186386" cy="619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0"/>
              </a:lnSpc>
            </a:pPr>
            <a:r>
              <a:rPr lang="en-US" sz="4762" b="1" spc="179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 PROPOSTA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966982" y="33224759"/>
            <a:ext cx="11399871" cy="6381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EN 15757:2010.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Conservation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of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Cultural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Property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–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Specifications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for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Temperature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and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Relative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Humidity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to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Limit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Climate-Induced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Mechanical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Damage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in Organic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Hygroscopic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Materials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HERITAGE HEALTH INDEX.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Public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Trust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at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Risk: The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Heritage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Health Index Report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on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the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State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of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America’s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Collections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. 2005.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IBRAM.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Relatório Estatístico do Cadastro Nacional de </a:t>
            </a: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Museus (CNM).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Brasília: Ministério da Cultura, 2023.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ITHAKA S+R.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Climate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Change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and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Cultural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Organizations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Survey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. 2023.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595870" y="32801719"/>
            <a:ext cx="12562767" cy="633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Arquitetura robusta focada em continuidade e integridade de dados: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Hardware: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Microcontrolador ESP32 integrado aos sensores BME280 (clima) e MQ-2 (segurança contra fogo/gás).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Conectividade: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Protocolo MQTT com criptografia TLS 1.2+ via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HiveMQ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Cloud, garantindo que os dados não sejam interceptados.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Armazenamento: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Banco de dados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SQLite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, escolhido pela sua leveza e eficiência em sistemas que exigem alta disponibilidade e rastreabilidade local.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Interface: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Dashboard interativo e aplicativo móvel para monitoramento remoto.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595870" y="8493919"/>
            <a:ext cx="12562767" cy="10604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 preservação de acervos em museus e bibliotecas enfrenta riscos críticos devido à sensibilidade de materiais orgânicos a variações ambientais.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Impacto Financeiro: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 mercado de patrimônio cultural lida com riscos anuais que superam R$ 600 milhões no Brasil. Negligências no controle microclimático levaram a perdas irreparáveis na última década.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Fatores de Risco: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Cerca de 35% dos gestores culturais apontam ameaças climáticas como a prioridade número um. A deterioração por umidade e temperatura é silenciosa e muitas vezes irreversível.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Barreira do Seguro: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 falta de registros históricos de zelo invalida coberturas de seguro, impedindo indenizações por falta de provas de que o ambiente era mantido adequadamente.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Norma EN 15757: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Referência técnica que exige temperatura entre 18°C-22°C e umidade entre 45%-55% para evitar danos mecânicos e biológicos (fungos) em obras sensíveis.</a:t>
            </a: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570066" y="20713153"/>
            <a:ext cx="12562767" cy="10076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Arkanis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é um ecossistema IoT projetado para atuar como uma camada de inteligência e segurança em ambientes de guarda de acervos.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Monitoramento 24/7: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Dispositivos discretos monitoram o clima em tempo real, eliminando a dependência de rondas manuais e planilhas físicas sujeitas a erros humanos.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Ação Preventiva: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Utiliza uma Máquina de Estados para classificar riscos. Em caso de anomalias (fogo, gás ou desvio climático), o sistema aciona alertas sonoros e notificações imediatas aos gestores.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Rastreabilidade Inviolável: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Gera um histórico digital contínuo e seguro, que serve como documento técnico para auditorias e comprovação de cuidado para seguradoras.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Foco Institucional: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Solução de baixo custo e alta eficiência, desenhada para a realidade dos museus brasileiros, unindo tecnologia de ponta à sustentabilidade do patrimônio histórico.</a:t>
            </a:r>
          </a:p>
          <a:p>
            <a:pPr algn="just">
              <a:lnSpc>
                <a:spcPts val="4802"/>
              </a:lnSpc>
            </a:pPr>
            <a:endParaRPr lang="en-US" sz="3430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136933" y="41088831"/>
            <a:ext cx="28242690" cy="1712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7"/>
              </a:lnSpc>
            </a:pPr>
            <a:r>
              <a:rPr lang="en-US" sz="4955" b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SEMANA DE TECNOLOGIA - 2026</a:t>
            </a:r>
          </a:p>
          <a:p>
            <a:pPr algn="ctr">
              <a:lnSpc>
                <a:spcPts val="6937"/>
              </a:lnSpc>
              <a:spcBef>
                <a:spcPct val="0"/>
              </a:spcBef>
            </a:pPr>
            <a:r>
              <a:rPr lang="en-US" sz="4955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Fundação Escola de Comércio Álvares Penteado - FECAP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5617816" y="8504536"/>
            <a:ext cx="11904157" cy="22696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 sistema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Arkanis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converte dados brutos coletados por sensores em inteligência estratégica para a preservação, apresentando impactos diretos na gestão de instituições culturais: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Ecossistema de Monitoramento (App e Site):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 solução centraliza a gestão de múltiplos ambientes em uma interface única e intuitiva. Enquanto o Site (Dashboard) oferece uma visão analítica profunda com gráficos de tendência e logs históricos de auditoria, o Aplicativo Móvel foca na mobilidade, permitindo que o gestor receba notificações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push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instantâneas. Essa dualidade garante que o "pulso" climático do museu esteja sempre ao alcance, eliminando pontos cegos na vigilância do acervo.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Precisão e Confiabilidade da Medição: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Através do uso da Máquina de Estados (FSM) implementada no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backend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, o sistema não apenas "lê" dados, mas os interpreta. A detecção de anomalias é refinada para distinguir variações naturais de incidentes críticos, como o início de um incêndio ou falha em sistemas de climatização. A eficácia é reforçada pela Redundância de Dados: em caso de instabilidade na rede Wi-Fi, o armazenamento local via Cartão SD impede a perda de informações, garantindo um histórico 100% contínuo.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Otimização de Recursos Humanas: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 automação reduz em até 40% o tempo dedicado a rondas técnicas manuais e preenchimento de planilhas térmicas. Isso permite que a equipe de conservação direcione seus esforços para intervenções especializadas e restauros, enquanto o sistema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Arkanis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cuida da vigilância passiva de forma ininterrupta.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3430" b="1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Impacto na Prevenção de Desastres e Sustentabilidade: 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O maior diferencial do projeto é a capacidade de antecipação. Ao detectar subidas de temperatura ou presença de gases (MQ-2) segundos após o início de uma irregularidade, o sistema permite neutralizar riscos antes que se tornem desastres irreversíveis. Além da proteção física, o </a:t>
            </a:r>
            <a:r>
              <a:rPr lang="pt-BR" sz="3430" dirty="0" err="1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Arkanis</a:t>
            </a:r>
            <a:r>
              <a:rPr lang="pt-BR" sz="3430" dirty="0">
                <a:solidFill>
                  <a:srgbClr val="000000"/>
                </a:solidFill>
                <a:latin typeface="Open Sans 2"/>
                <a:ea typeface="Open Sans 2"/>
                <a:cs typeface="Open Sans 2"/>
              </a:rPr>
              <a:t> provê a sustentabilidade financeira da instituição: o registro histórico de conformidade com a norma EN 15757 serve como prova documental irrefutável para seguradoras, garantindo que o patrimônio esteja protegido tanto contra o tempo quanto contra a insegurança jurídica.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865</Words>
  <Application>Microsoft Office PowerPoint</Application>
  <PresentationFormat>Personalizar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Open Sans 2</vt:lpstr>
      <vt:lpstr>Calibri</vt:lpstr>
      <vt:lpstr>Open Sans 2 Bold</vt:lpstr>
      <vt:lpstr>Open Sans 1 Bold</vt:lpstr>
      <vt:lpstr>Arial</vt:lpstr>
      <vt:lpstr>Open Sans 1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POSTER FECAP</dc:title>
  <cp:lastModifiedBy>Luciano Massaro 23025304</cp:lastModifiedBy>
  <cp:revision>2</cp:revision>
  <dcterms:created xsi:type="dcterms:W3CDTF">2006-08-16T00:00:00Z</dcterms:created>
  <dcterms:modified xsi:type="dcterms:W3CDTF">2026-05-01T22:08:35Z</dcterms:modified>
  <dc:identifier>DAHA7VomhzE</dc:identifier>
</cp:coreProperties>
</file>