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625" cx="28800425"/>
  <p:notesSz cx="6858000" cy="9144000"/>
  <p:embeddedFontLst>
    <p:embeddedFont>
      <p:font typeface="Open Sans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r:id="rId11" roundtripDataSignature="AMtx7mhZd7mQSxpDiSW/xakS/zmC5oJU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font" Target="fonts/OpenSans-boldItalic.fntdata"/><Relationship Id="rId9" Type="http://schemas.openxmlformats.org/officeDocument/2006/relationships/font" Target="fonts/Open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OpenSans-regular.fntdata"/><Relationship Id="rId8" Type="http://schemas.openxmlformats.org/officeDocument/2006/relationships/font" Target="fonts/OpenSans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6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9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9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8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8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8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8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8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6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9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9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8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8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8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8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8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5424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0939017" y="13420436"/>
            <a:ext cx="20731171" cy="1305775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5" y="30011224"/>
            <a:ext cx="13848535" cy="8372959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289000" y="30011233"/>
            <a:ext cx="12527629" cy="8372803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700" cy="49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460145" y="17961211"/>
            <a:ext cx="10275743" cy="1435543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i="0" lang="en-US" sz="1143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Arkanis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2404768" y="6355587"/>
            <a:ext cx="24286089" cy="2051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Aleff Souza, João Colombo, Luciano Reis, Matheus Zimmer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João Trencher, Rodnil Silva, Lucy Mari, Edson Barbeiro, Victor Roseti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15966975" y="31536971"/>
            <a:ext cx="1140000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 15757:2010.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Conservation of Cultural Property – Specifications for Temperature and Relative Humidity to Limit Climate-Induced Mechanical Damage in Organic Hygroscopic Materials.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HERITAGE HEALTH INDEX.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Public Trust at Risk: The Heritage Health Index Report on the State of America’s Collections. 2005. 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IBRAM.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Relatório Estatístico do Cadastro Nacional de Museus (CNM). Brasília: Ministério da Cultura, 2023.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ITHAKA S+R.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Climate Change and Cultural Organizations Survey. 2023.</a:t>
            </a:r>
            <a:endParaRPr/>
          </a:p>
        </p:txBody>
      </p:sp>
      <p:sp>
        <p:nvSpPr>
          <p:cNvPr id="132" name="Google Shape;132;p1"/>
          <p:cNvSpPr txBox="1"/>
          <p:nvPr/>
        </p:nvSpPr>
        <p:spPr>
          <a:xfrm>
            <a:off x="1595875" y="31719850"/>
            <a:ext cx="12562800" cy="44319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Hardware: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Microcontrolador ESP32 integrado aos sensores BME280 (clima) e MQ-2 (segurança contra fogo/gás);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Conectividade: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Protocolo MQTT com criptografia TLS 1.2+ via HiveMQ Cloud;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Armazenamento: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de dados SQLite (Prisma);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Char char="•"/>
            </a:pPr>
            <a:r>
              <a:rPr b="1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Linguagens e Tecnologias:</a:t>
            </a: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C++, Node.js, JavaScript, React, Prisma.</a:t>
            </a:r>
            <a:endParaRPr b="0" i="0" sz="36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95870" y="10749184"/>
            <a:ext cx="12562800" cy="9012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Anualmente, o Brasil perde mais de R$ 600 milhões com a deterioração de acervos culturais causada por variações ambientais. Essa ameaça silenciosa lidera as preocupações de 35% dos gestores, agravando-se pelo fato de que a falta de monitoramento contínuo frequentemente invalida apólices de seguro por ausência de provas de zelo. Para blindar as obras contra danos e a proliferação de fungos, a norma EN 15757 exige um microclima rigorosamente controlado, com temperatura entre 18°C e 22°C e umidade de 45% a 55%. Garantir a preservação definitiva do seu patrimônio, proteger seus investimentos e cumprir essas exigências requer uma solução automatizada e à prova de falhas, e é por isso que o nosso projeto é necessário. </a:t>
            </a:r>
            <a:endParaRPr b="0" i="0" sz="32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66" y="21125709"/>
            <a:ext cx="12562800" cy="8531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nosso projeto nasce para ser a resposta definitiva a essa vulnerabilidade, substituindo rondas manuais e planilhas falhas por uma camada contínua de inteligência preventiva. A ideia é tirar os gestores do escuro: qualquer desvio nas condições ideais gera uma mobilização imediata, antes que o dano se torne irreparável. Muito além de apenas monitorar, entregamos a tranquilidade da total conformidade com as normas e a garantia de um histórico digital irrefutável para seguradoras e auditorias, blindando o patrimônio através de uma abordagem acessível e desenhada para a realidade brasileira.</a:t>
            </a:r>
            <a:endParaRPr b="0" i="0" sz="36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617816" y="10880630"/>
            <a:ext cx="11904157" cy="12409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Como resultado prático, criamos um ecossistema IoT que transforma a preservação em uma ação automatizada e preventiva. Substituindo planilhas e rondas manuais, implementamos sensores discretos de monitoramento ininterrupto 24/7. Uma Máquina de Estados inteligente analisa o ambiente em tempo real e, ao detectar qualquer anomalia, como oscilações climáticas, gás ou fogo, dispara alertas locais e notificações imediatas aos gestores, garantindo a contenção antes do dano.</a:t>
            </a:r>
            <a:endParaRPr/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Além da resposta ágil, o projeto blinda as instituições burocrática e financeiramente. O registro contínuo das leituras gera um histórico digital inviolável, atuando como documento oficial para seguradoras ao comprovar o zelo irrefutável com o acervo. Desenhada para a realidade dos museus brasileiros, nossa solução une tecnologia e eficiência operacional, entregando não apenas um monitoramento, mas o escudo do patrimônio histórico.</a:t>
            </a:r>
            <a:endParaRPr/>
          </a:p>
        </p:txBody>
      </p:sp>
      <p:pic>
        <p:nvPicPr>
          <p:cNvPr id="137" name="Google Shape;137;p1" title="ARKANIS - Projeto IOT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289000" y="23619675"/>
            <a:ext cx="12527626" cy="60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